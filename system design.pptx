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embeddedFontLst>
    <p:embeddedFont>
      <p:font typeface="Geologica" panose="020B0604020202020204" charset="0"/>
      <p:regular r:id="rId7"/>
    </p:embeddedFont>
    <p:embeddedFont>
      <p:font typeface="Geologica Bold" panose="020B0604020202020204" charset="0"/>
      <p:regular r:id="rId8"/>
    </p:embeddedFont>
    <p:embeddedFont>
      <p:font typeface="Geologica Medium" panose="020B0604020202020204" charset="0"/>
      <p:regular r:id="rId9"/>
    </p:embeddedFont>
    <p:embeddedFont>
      <p:font typeface="Sofia Sans Semi Condensed Extra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17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B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60F2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075224"/>
            <a:ext cx="6095848" cy="9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7600" kern="100" spc="-76" dirty="0">
                <a:solidFill>
                  <a:srgbClr val="FFFFFF"/>
                </a:solidFill>
                <a:latin typeface="Sofia Sans Semi Condensed ExtraBold" pitchFamily="34" charset="0"/>
                <a:ea typeface="Sofia Sans Semi Condensed ExtraBold" pitchFamily="34" charset="-122"/>
                <a:cs typeface="Sofia Sans Semi Condensed ExtraBold" pitchFamily="34" charset="-120"/>
              </a:rPr>
              <a:t>Introduction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09585" y="3140393"/>
            <a:ext cx="609584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Have you ever wondered how Netflix works as a bigger system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3916958"/>
            <a:ext cx="6095848" cy="38100"/>
          </a:xfrm>
          <a:prstGeom prst="roundRect">
            <a:avLst>
              <a:gd name="adj" fmla="val 49999"/>
            </a:avLst>
          </a:prstGeom>
          <a:solidFill>
            <a:srgbClr val="322A55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174133"/>
            <a:ext cx="6095848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Netflix is a popular streaming platform. It allows us to watch movies and TV shows anytime, anywhere.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304800"/>
            <a:ext cx="4267093" cy="624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888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5A35C"/>
                </a:solidFill>
                <a:latin typeface="Sofia Sans Semi Condensed ExtraBold" pitchFamily="34" charset="0"/>
                <a:ea typeface="Sofia Sans Semi Condensed ExtraBold" pitchFamily="34" charset="-122"/>
                <a:cs typeface="Sofia Sans Semi Condensed ExtraBold" pitchFamily="34" charset="-120"/>
              </a:rPr>
              <a:t>How Does Netflix Store and Stream Videos?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056408"/>
            <a:ext cx="330192" cy="331391"/>
          </a:xfrm>
          <a:prstGeom prst="ellipse">
            <a:avLst/>
          </a:prstGeom>
          <a:solidFill>
            <a:srgbClr val="F5A35C"/>
          </a:solidFill>
          <a:ln/>
        </p:spPr>
      </p:sp>
      <p:sp>
        <p:nvSpPr>
          <p:cNvPr id="4" name="Text 2"/>
          <p:cNvSpPr/>
          <p:nvPr/>
        </p:nvSpPr>
        <p:spPr>
          <a:xfrm>
            <a:off x="680128" y="2139553"/>
            <a:ext cx="79859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0272" y="2056408"/>
            <a:ext cx="6489538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EFEA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First, Netflix stores its videos on powerful servers and cloud systems.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585" y="3227189"/>
            <a:ext cx="330192" cy="331391"/>
          </a:xfrm>
          <a:prstGeom prst="ellipse">
            <a:avLst/>
          </a:prstGeom>
          <a:solidFill>
            <a:srgbClr val="F5A35C"/>
          </a:solidFill>
          <a:ln/>
        </p:spPr>
      </p:sp>
      <p:sp>
        <p:nvSpPr>
          <p:cNvPr id="7" name="Text 5"/>
          <p:cNvSpPr/>
          <p:nvPr/>
        </p:nvSpPr>
        <p:spPr>
          <a:xfrm>
            <a:off x="670504" y="3310334"/>
            <a:ext cx="81793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0272" y="3227189"/>
            <a:ext cx="6489538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EFEA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When we choose a movie, the app sends a request to its servers.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585" y="4397970"/>
            <a:ext cx="330192" cy="331391"/>
          </a:xfrm>
          <a:prstGeom prst="ellipse">
            <a:avLst/>
          </a:prstGeom>
          <a:solidFill>
            <a:srgbClr val="F5A35C"/>
          </a:solidFill>
          <a:ln/>
        </p:spPr>
      </p:sp>
      <p:sp>
        <p:nvSpPr>
          <p:cNvPr id="10" name="Text 8"/>
          <p:cNvSpPr/>
          <p:nvPr/>
        </p:nvSpPr>
        <p:spPr>
          <a:xfrm>
            <a:off x="669809" y="4481116"/>
            <a:ext cx="8193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0272" y="4397970"/>
            <a:ext cx="6489538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EFEA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Then, the video is sent to our device through the internet. It loads in small parts, so we can start watching before the whole video downloads.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998" y="1200150"/>
            <a:ext cx="3505112" cy="50482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9585" y="2963664"/>
            <a:ext cx="7010225" cy="19050"/>
          </a:xfrm>
          <a:prstGeom prst="rect">
            <a:avLst/>
          </a:prstGeom>
          <a:solidFill>
            <a:srgbClr val="322A55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5" y="4134445"/>
            <a:ext cx="7010225" cy="19050"/>
          </a:xfrm>
          <a:prstGeom prst="rect">
            <a:avLst/>
          </a:prstGeom>
          <a:solidFill>
            <a:srgbClr val="322A55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888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5A35C"/>
                </a:solidFill>
                <a:latin typeface="Sofia Sans Semi Condensed ExtraBold" pitchFamily="34" charset="0"/>
                <a:ea typeface="Sofia Sans Semi Condensed ExtraBold" pitchFamily="34" charset="-122"/>
                <a:cs typeface="Sofia Sans Semi Condensed ExtraBold" pitchFamily="34" charset="-120"/>
              </a:rPr>
              <a:t>How Does Netflix Recommend Movies?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200150"/>
            <a:ext cx="3505112" cy="5048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1886" y="1615678"/>
            <a:ext cx="330192" cy="330200"/>
          </a:xfrm>
          <a:prstGeom prst="ellipse">
            <a:avLst/>
          </a:prstGeom>
          <a:solidFill>
            <a:srgbClr val="F5A35C"/>
          </a:solidFill>
          <a:ln/>
        </p:spPr>
      </p:sp>
      <p:sp>
        <p:nvSpPr>
          <p:cNvPr id="5" name="Text 2"/>
          <p:cNvSpPr/>
          <p:nvPr/>
        </p:nvSpPr>
        <p:spPr>
          <a:xfrm>
            <a:off x="4642428" y="1698228"/>
            <a:ext cx="79859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1886" y="2022078"/>
            <a:ext cx="7010225" cy="19050"/>
          </a:xfrm>
          <a:prstGeom prst="rect">
            <a:avLst/>
          </a:prstGeom>
          <a:solidFill>
            <a:srgbClr val="F5A35C"/>
          </a:solidFill>
          <a:ln/>
        </p:spPr>
      </p:sp>
      <p:sp>
        <p:nvSpPr>
          <p:cNvPr id="7" name="Text 4"/>
          <p:cNvSpPr/>
          <p:nvPr/>
        </p:nvSpPr>
        <p:spPr>
          <a:xfrm>
            <a:off x="4571886" y="2155428"/>
            <a:ext cx="7010225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EFEA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Netflix also uses Artificial Intelligence to recommend movies and shows.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1886" y="3123009"/>
            <a:ext cx="330192" cy="330200"/>
          </a:xfrm>
          <a:prstGeom prst="ellipse">
            <a:avLst/>
          </a:prstGeom>
          <a:solidFill>
            <a:srgbClr val="F5A35C"/>
          </a:solidFill>
          <a:ln/>
        </p:spPr>
      </p:sp>
      <p:sp>
        <p:nvSpPr>
          <p:cNvPr id="9" name="Text 6"/>
          <p:cNvSpPr/>
          <p:nvPr/>
        </p:nvSpPr>
        <p:spPr>
          <a:xfrm>
            <a:off x="4632804" y="3205559"/>
            <a:ext cx="81793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1886" y="3529409"/>
            <a:ext cx="7010225" cy="19050"/>
          </a:xfrm>
          <a:prstGeom prst="rect">
            <a:avLst/>
          </a:prstGeom>
          <a:solidFill>
            <a:srgbClr val="F5A35C"/>
          </a:solidFill>
          <a:ln/>
        </p:spPr>
      </p:sp>
      <p:sp>
        <p:nvSpPr>
          <p:cNvPr id="11" name="Text 8"/>
          <p:cNvSpPr/>
          <p:nvPr/>
        </p:nvSpPr>
        <p:spPr>
          <a:xfrm>
            <a:off x="4571886" y="3662759"/>
            <a:ext cx="7010225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EFEA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It learns from our watching habits, such as what we watch and what we like.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571886" y="4630341"/>
            <a:ext cx="330192" cy="330200"/>
          </a:xfrm>
          <a:prstGeom prst="ellipse">
            <a:avLst/>
          </a:prstGeom>
          <a:solidFill>
            <a:srgbClr val="F5A35C"/>
          </a:solidFill>
          <a:ln/>
        </p:spPr>
      </p:sp>
      <p:sp>
        <p:nvSpPr>
          <p:cNvPr id="13" name="Text 10"/>
          <p:cNvSpPr/>
          <p:nvPr/>
        </p:nvSpPr>
        <p:spPr>
          <a:xfrm>
            <a:off x="4632110" y="4712891"/>
            <a:ext cx="8193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1886" y="5036741"/>
            <a:ext cx="7010225" cy="19050"/>
          </a:xfrm>
          <a:prstGeom prst="rect">
            <a:avLst/>
          </a:prstGeom>
          <a:solidFill>
            <a:srgbClr val="F5A35C"/>
          </a:solidFill>
          <a:ln/>
        </p:spPr>
      </p:sp>
      <p:sp>
        <p:nvSpPr>
          <p:cNvPr id="15" name="Text 12"/>
          <p:cNvSpPr/>
          <p:nvPr/>
        </p:nvSpPr>
        <p:spPr>
          <a:xfrm>
            <a:off x="4571886" y="5170091"/>
            <a:ext cx="7010225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EFEA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Then, its recommendation system suggests content we may enjoy.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888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5A35C"/>
                </a:solidFill>
                <a:latin typeface="Sofia Sans Semi Condensed ExtraBold" pitchFamily="34" charset="0"/>
                <a:ea typeface="Sofia Sans Semi Condensed ExtraBold" pitchFamily="34" charset="-122"/>
                <a:cs typeface="Sofia Sans Semi Condensed ExtraBold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2643049"/>
            <a:ext cx="10972526" cy="995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000" kern="100" spc="-40" dirty="0">
                <a:solidFill>
                  <a:srgbClr val="F5A35C"/>
                </a:solidFill>
                <a:latin typeface="Sofia Sans Semi Condensed ExtraBold" pitchFamily="34" charset="0"/>
                <a:ea typeface="Sofia Sans Semi Condensed ExtraBold" pitchFamily="34" charset="-122"/>
                <a:cs typeface="Sofia Sans Semi Condensed ExtraBold" pitchFamily="34" charset="-120"/>
              </a:rPr>
              <a:t>A large apps like Netflix combine servers, cloud technology, the internet, and Artificial Intelligence.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3848795"/>
            <a:ext cx="10972526" cy="38100"/>
          </a:xfrm>
          <a:prstGeom prst="roundRect">
            <a:avLst>
              <a:gd name="adj" fmla="val 49999"/>
            </a:avLst>
          </a:prstGeom>
          <a:solidFill>
            <a:srgbClr val="322A55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105970"/>
            <a:ext cx="11582110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EFEA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All these technologies work together to give us a smooth and personalized experience.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6048534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B8AFCC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Thank you for listening.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192</Words>
  <Application>Microsoft Office PowerPoint</Application>
  <PresentationFormat>Widescreen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Geologica</vt:lpstr>
      <vt:lpstr>Geologica Bold</vt:lpstr>
      <vt:lpstr>Arial</vt:lpstr>
      <vt:lpstr>Sofia Sans Semi Condensed ExtraBold</vt:lpstr>
      <vt:lpstr>Geologica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Omar Kamal</cp:lastModifiedBy>
  <cp:revision>2</cp:revision>
  <dcterms:created xsi:type="dcterms:W3CDTF">2026-10-12T17:28:12Z</dcterms:created>
  <dcterms:modified xsi:type="dcterms:W3CDTF">2026-10-12T18:14:15Z</dcterms:modified>
</cp:coreProperties>
</file>